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6E69C-AEA3-4A41-A6C9-3E9072BC4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76E8D2-1229-4F06-A545-CE030EA69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ECF6C-9D9A-4399-A44B-59ED8770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9E517B-1829-409D-97F5-824A3502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AC17A3-1F31-40BA-BBF7-81C998A6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93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27251-5001-4583-AECA-F8A4E959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B13F5-D748-48D3-A01C-CC8280BB0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AB506-7231-40F5-85EF-9D8EFA0A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412CD0-6736-44E2-B8E5-B7DA6FDE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A90BF-06B9-481F-B651-D286A170B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577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97251-E7F2-49A1-8DEB-112C550A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B528C3-00E9-4664-AD57-BB96FBD0A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5200E-13DA-4955-8A92-B45CA8B5C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E670A5-3404-43E2-880D-35B7BF31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7D0CC-2558-48E8-9AA5-BB45A257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56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200AB-4460-4543-8370-C1C8D248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2EC18-255E-4989-8229-12B79E361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47E123-3A81-4150-8E60-5627979A8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BC56ED-C6C1-4ADB-BEC1-F35860DC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3C0CA6-D0D5-46C8-AFF3-AE4CB1D6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D448E4-317D-42A1-B0B7-2F97381F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0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DB013-BBDB-4A86-8E15-B9399519B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5A8AB2-3E1A-4AF9-9C70-136DEE02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1784D6-A4F5-4025-AD00-F0EBDA14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6ED168-BC8C-4B1A-B729-924ACA0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1F4C1F-20BB-417A-91A8-0DD66A291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4DFF79-9473-415B-B5FC-F51E2F79D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D7B767-FE2E-4133-8E2B-71793949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DB6115-CB75-4D4F-9ED2-30FD287E6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698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8779F-3EC6-4D31-9090-F87F72A8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03D91C-BA5C-43E5-B727-4D10D3D67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85A8F6-7435-41C2-B296-8E806F0E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15A685-5BAE-4ABE-8E53-255C0186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3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F3D7EC-D681-45CC-8CCC-557DD3557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A6F5A2-611A-4A7A-B72A-5FB74E01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FD2D5-C2A7-4109-A0B3-D1C2F7C3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91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8F186-D0AD-4197-ABA1-58C34A29B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01721E-6669-468B-90B3-284D29299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B1431F-B14F-447E-BC3A-AF870DEF71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972FDF-B74E-4A29-8BE7-8E92361D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CFD354-61A6-4476-A576-A3520D0A7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8B3769-4D55-4911-8109-35904F72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46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8B6505-7FEA-455E-B03D-1F6844C9C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F45690-74D2-4813-AC16-A59E8B6C1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DC559B-F2C6-4CB3-B269-BCAD894A0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4D9882-EE23-4283-92E5-6E3C5101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5E8574-552F-44EF-BA82-F7575A91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79B1EC-47D1-4C91-A753-818D9721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88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75785-E317-49D0-8ED3-D231B9D9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632A48-8D1C-4F76-BF0E-35E97E118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5C5982-011F-4C85-AC07-B2B56362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B0C067-A218-4E0D-AEBF-02AAB84D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A78C43-DE64-4B2A-BAA1-EE3DBCD1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28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8DF788-9D24-421A-A381-E450F18AF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16032-7B18-4CE4-BEEB-E40B25278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988DE-5138-4D58-8F36-7080EA1A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CDCCA5-AA39-4597-8F79-4D577544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1ACE8F-5125-42BF-BC20-FBE49DB33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824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82A12A-F0B0-4697-BC59-EDA51ED8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FB2464-F5FE-4662-95A3-78CC6F0D5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1A8F0F-8FC0-4A99-8972-BC0B88FDF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594E9-0A9A-4782-B166-9D6C600FA8AB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3A85C1-F260-4A0E-AF1A-61488F3E6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C63CE-CAC5-4464-8B20-6866B519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270BC-E199-4B97-BFDF-D4CC7CD3A7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704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FF7004-A790-4AA1-9AC8-697603299538}"/>
              </a:ext>
            </a:extLst>
          </p:cNvPr>
          <p:cNvSpPr txBox="1"/>
          <p:nvPr/>
        </p:nvSpPr>
        <p:spPr>
          <a:xfrm>
            <a:off x="578498" y="485192"/>
            <a:ext cx="8705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PS C:\Users\</a:t>
            </a:r>
            <a:r>
              <a:rPr lang="ko-KR" altLang="en-US" sz="1000"/>
              <a:t>사용자</a:t>
            </a:r>
            <a:r>
              <a:rPr lang="en-US" altLang="ko-KR" sz="1000"/>
              <a:t>\Desktop\</a:t>
            </a:r>
            <a:r>
              <a:rPr lang="ko-KR" altLang="en-US" sz="1000"/>
              <a:t>황지원</a:t>
            </a:r>
            <a:r>
              <a:rPr lang="en-US" altLang="ko-KR" sz="1000"/>
              <a:t>\ME\PDA&gt; Set-ExecutionPolicy -ExecutionPolicy RemoteSigned -Scope Process</a:t>
            </a:r>
          </a:p>
          <a:p>
            <a:r>
              <a:rPr lang="en-US" altLang="ko-KR" sz="1000"/>
              <a:t>PS C:\Users\</a:t>
            </a:r>
            <a:r>
              <a:rPr lang="ko-KR" altLang="en-US" sz="1000"/>
              <a:t>사용자</a:t>
            </a:r>
            <a:r>
              <a:rPr lang="en-US" altLang="ko-KR" sz="1000"/>
              <a:t>\Desktop\</a:t>
            </a:r>
            <a:r>
              <a:rPr lang="ko-KR" altLang="en-US" sz="1000"/>
              <a:t>황지원</a:t>
            </a:r>
            <a:r>
              <a:rPr lang="en-US" altLang="ko-KR" sz="1000"/>
              <a:t>\ME\PDA&gt; .\venv\Scripts\activate 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3595476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지원 황</dc:creator>
  <cp:lastModifiedBy>지원 황</cp:lastModifiedBy>
  <cp:revision>1</cp:revision>
  <dcterms:created xsi:type="dcterms:W3CDTF">2026-05-09T01:27:27Z</dcterms:created>
  <dcterms:modified xsi:type="dcterms:W3CDTF">2026-05-09T02:08:37Z</dcterms:modified>
</cp:coreProperties>
</file>